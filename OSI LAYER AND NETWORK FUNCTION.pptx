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2CDC-20B2-7224-4B75-9A08AC2B6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950E2-F122-1585-E7FB-5DCC3AA5B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3EA19-D4ED-270F-2127-BB73778A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63192-687A-4576-DC50-9941EBC0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4A70-9898-D914-96E3-C2AAE0F1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51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6DC9-5984-97FF-13F1-00137166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5B73D-8D1C-4080-7DBF-8658E0DFA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0A660-5EBE-1396-29F0-08309C92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6F9A-2345-FD3F-B031-61180641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1292D-E4C4-9C58-CA17-8D6A75E7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2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DEBC-0A67-801C-00E6-D1E13323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7781-EA0D-B002-A25D-5EB3618BD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F9C7-DB18-EA16-61E1-00F437F7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9E402-0FED-3C31-B3AB-1CD00C35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80AAB-6350-1B35-38C6-7B39748D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84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A80B-D1BB-27EC-4FED-3D70E3F3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056CE-A9C8-B64F-1A02-C9F3D62FC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B7D85-8D09-20ED-2A9C-084CF0BA2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6106D-C8CC-921A-A23B-4E68D50E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CD4C7-B8FC-6799-57B6-EE566178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EE886-1FC7-B0E7-13F9-E843B03C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0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46CB-6576-2B20-62F7-DF0E08A4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59780-5F3D-EE3A-C8D7-D8A5A7EF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0AC86-9A94-CD97-5866-DA04D11D8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96A8F-80C3-4AFC-24B2-0231DD975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DEE04-D2A7-BB66-A214-C6B8940A9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9B32FC-D791-DC7B-B558-4F8D42E4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C3BBB-7E41-BFAD-6810-5B1DA961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B6778-33BB-8739-313F-B500DA1B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7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12B1-4930-7BE6-8706-50AD1D33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9318B-1276-7E9F-5669-13DC4FD7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E9D28-CD57-BE45-9191-627842B9C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93B9C-0E7B-9122-8C70-6E9E9976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89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685B9-753E-34A1-C7E0-368BADF5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68AC96-2B4C-DA0E-4D2E-49963809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7CA2A-FAC4-C8C5-12E4-70CD0CB5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98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C37A-E8C3-52EE-F53B-7A57736D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E82B-342C-00E3-EA11-2BAD86635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B4EDC-5537-C502-EBB7-54BEC96AC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17289-0A64-B915-AEB5-B4BDF037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514D6-953C-6ED8-9022-BC0ABDA1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A4584-8BAF-33E9-20AD-1CFCE2B2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76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4748-77F5-AB79-C9ED-091C7E8E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F50B3-A623-70F5-8190-A2CAB5413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70737-D089-7C15-F29F-5E472EE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835E9-2EE1-C596-B010-CD549E76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F1A74-E6E4-DE76-55B8-949F7837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17475-2E42-910A-5AD8-710FFD04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49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D9336-8C7A-0FF0-8129-1EBCDEA5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1B5AD-920F-C34D-F351-912A1FA11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0A14-52FB-7E78-400B-31A3C505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4DC8F-7581-9447-6728-800AB92C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FE00C-0157-43DD-12E4-AA45C395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1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816969-A9BE-0DA0-EE6D-5D74DC099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68BEE-05CC-D5EF-29D6-6A1DA8DBB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E44AF-B9B0-7D59-EBCA-57C4B70E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6E6A7-49B5-4BC0-D01F-8264D21C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788C9-2B30-C850-6B9E-AB6C97AA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16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B506F-0699-0F14-52BE-CDD3E9D8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FC529-9F0A-CA1A-700C-76C2D9116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18AC-2A29-7AF8-11D4-E1AC0ACF6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C5D41-8BF2-439F-97E3-1FAFF5F1E6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AADE-578E-9F37-D575-C4D05781B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B9EEC-9841-B986-B2E9-367EC4B12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ED1BF-3C7C-4263-AF64-A09B940B4E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492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A457-E18E-D614-4DD2-F1B8DB13D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671" y="2818734"/>
            <a:ext cx="10903974" cy="1220531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FUNCTION VIRTUALIZATION (NFV) AND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OSI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9F883-B222-6F49-1D0D-8ADD5B0B0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0967" y="5470167"/>
            <a:ext cx="5427407" cy="920801"/>
          </a:xfrm>
        </p:spPr>
        <p:txBody>
          <a:bodyPr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Somanathan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(192521296)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4638D53-521B-5337-E834-01B95FA88612}"/>
              </a:ext>
            </a:extLst>
          </p:cNvPr>
          <p:cNvSpPr txBox="1">
            <a:spLocks/>
          </p:cNvSpPr>
          <p:nvPr/>
        </p:nvSpPr>
        <p:spPr>
          <a:xfrm>
            <a:off x="240890" y="5357096"/>
            <a:ext cx="5427407" cy="9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P. JESU JAYARIN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E6014-436A-0094-50A0-6DFA5EDC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6" y="0"/>
            <a:ext cx="1136650" cy="134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4E263A-737C-8AEF-3FA0-DBE4460C5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41632"/>
            <a:ext cx="1524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6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AE73-5E4C-F997-1EE4-D2C4338CC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NFV?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Function Virtualization (NFV) is a networking technology.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dedicated hardware devices with software-based network functions.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like routers, firewalls, load balancers, and gateways run on virtual machines or cloud servers.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NFV reduces hardware costs and improves flexibility.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modern data centers and 5G networks.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(Open Systems Interconnection) model is a standard framework that explains how data is transmitted between devices through seven communication layers.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network devices from different manufacturers communicate efficiently by defining the functions of each layer.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57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045674-0E02-77A9-67FD-10DF4C1A0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647961"/>
              </p:ext>
            </p:extLst>
          </p:nvPr>
        </p:nvGraphicFramePr>
        <p:xfrm>
          <a:off x="838200" y="640708"/>
          <a:ext cx="10515600" cy="557658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858653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62338568"/>
                    </a:ext>
                  </a:extLst>
                </a:gridCol>
              </a:tblGrid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OSI Layer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in NFV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014595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management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259895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formatting and encryption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429784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communication sessions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674313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data delivery (TCP/UDP)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234162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routers and IP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881795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switches and MAC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591600"/>
                  </a:ext>
                </a:extLst>
              </a:tr>
              <a:tr h="697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Servers, storage, and physical network 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78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11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A6DB-3E03-A9F0-3D4C-DE3BF5D1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7" y="325335"/>
            <a:ext cx="10515600" cy="620733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APPLICATIONS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hardware cost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scalability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network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maintenance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utilization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Networks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Networks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Service Providers (ISPs)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Services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286B1-CCE4-AD97-6A91-E0E0C68A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516" y="1388849"/>
            <a:ext cx="5944115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0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0E267-D6AC-AF7B-1C84-2673D972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052" y="350786"/>
            <a:ext cx="10156722" cy="63646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NFV transforms traditional hardware-based networking into software-based services.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together with the OSI Architecture to provide efficient communication.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NFV improves flexibility, scalability, and performance while reducing operational costs.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essential technology for cloud computing, virtualization, and future communication networks.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33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B689-C6E7-4C6C-FA38-E23D3C1E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1577" y="2670328"/>
            <a:ext cx="8847804" cy="2747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9000" dirty="0">
                <a:latin typeface="Impact" panose="020B0806030902050204" pitchFamily="34" charset="0"/>
              </a:rPr>
              <a:t>THANKYOU!😎</a:t>
            </a:r>
          </a:p>
        </p:txBody>
      </p:sp>
    </p:spTree>
    <p:extLst>
      <p:ext uri="{BB962C8B-B14F-4D97-AF65-F5344CB8AC3E}">
        <p14:creationId xmlns:p14="http://schemas.microsoft.com/office/powerpoint/2010/main" val="291734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277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NETWORK FUNCTION VIRTUALIZATION (NFV) AND  THE OSI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FUNCTION VIRTUALIZATION (NFV) AND  THE OSI ARCHITECTURE </dc:title>
  <dc:creator>Keshavaram L</dc:creator>
  <cp:lastModifiedBy>som U</cp:lastModifiedBy>
  <cp:revision>2</cp:revision>
  <dcterms:created xsi:type="dcterms:W3CDTF">2026-07-15T09:28:14Z</dcterms:created>
  <dcterms:modified xsi:type="dcterms:W3CDTF">2026-07-22T06:22:54Z</dcterms:modified>
</cp:coreProperties>
</file>